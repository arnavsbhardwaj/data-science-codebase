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(USD)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EC2</c:v>
                  </c:pt>
                  <c:pt idx="1">
                    <c:v>Load Balancer</c:v>
                  </c:pt>
                  <c:pt idx="2">
                    <c:v>RDS for MySQL</c:v>
                  </c:pt>
                  <c:pt idx="3">
                    <c:v>Secrets Manager</c:v>
                  </c:pt>
                  <c:pt idx="4">
                    <c:v>CloudWatch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10.008</c:v>
                </c:pt>
                <c:pt idx="1">
                  <c:v>16.43</c:v>
                </c:pt>
                <c:pt idx="2">
                  <c:v>22.15</c:v>
                </c:pt>
                <c:pt idx="3">
                  <c:v>0.4</c:v>
                </c:pt>
                <c:pt idx="4">
                  <c:v>10.63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E5E7EB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(USD)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56616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155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cost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42646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89120" y="1005840"/>
            <a:ext cx="356616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1155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cost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142646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$59.618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138160" y="1005840"/>
            <a:ext cx="356616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1155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yearly cost (12 months)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142646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$715.416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22402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cost breakdown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640080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(USD)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12 Months Total (USD)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EC2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120.096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Load Balancer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197.160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RDS for MySQL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265.800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Secrets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CloudWatch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127.560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715.416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7315200" y="22402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by service</a:t>
            </a:r>
            <a:endParaRPr lang="en-US" sz="16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315200" y="2606040"/>
          <a:ext cx="4480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3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costs in USD. Upfront cost: $0.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Cost Estimation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Generated by ChatGPT</dc:creator>
  <cp:lastModifiedBy>Generated by ChatGPT</cp:lastModifiedBy>
  <cp:revision>1</cp:revision>
  <dcterms:created xsi:type="dcterms:W3CDTF">2026-01-15T17:57:18Z</dcterms:created>
  <dcterms:modified xsi:type="dcterms:W3CDTF">2026-01-15T17:57:18Z</dcterms:modified>
</cp:coreProperties>
</file>